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70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64592" cy="4206240"/>
          </a:xfrm>
          <a:prstGeom prst="rect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F3E"/>
                </a:solidFill>
              </a:rPr>
              <a:t>Model Application and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F6C7A"/>
                </a:solidFill>
              </a:rPr>
              <a:t>Student Performance Prediction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43000"/>
            <a:ext cx="4160520" cy="384048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A7A"/>
                </a:solidFill>
              </a:rPr>
              <a:t>Day focus</a:t>
            </a:r>
          </a:p>
        </p:txBody>
      </p:sp>
      <p:sp>
        <p:nvSpPr>
          <p:cNvPr id="9" name="Oval 8"/>
          <p:cNvSpPr/>
          <p:nvPr/>
        </p:nvSpPr>
        <p:spPr>
          <a:xfrm>
            <a:off x="7662672" y="1783080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1737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Save the trained pipeline for reuse</a:t>
            </a:r>
          </a:p>
        </p:txBody>
      </p:sp>
      <p:sp>
        <p:nvSpPr>
          <p:cNvPr id="11" name="Oval 10"/>
          <p:cNvSpPr/>
          <p:nvPr/>
        </p:nvSpPr>
        <p:spPr>
          <a:xfrm>
            <a:off x="7662672" y="2441448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23957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Load the model and test it with new student inputs</a:t>
            </a:r>
          </a:p>
        </p:txBody>
      </p:sp>
      <p:sp>
        <p:nvSpPr>
          <p:cNvPr id="13" name="Oval 12"/>
          <p:cNvSpPr/>
          <p:nvPr/>
        </p:nvSpPr>
        <p:spPr>
          <a:xfrm>
            <a:off x="7662672" y="3099815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5552" y="30540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Create a reusable prediction function</a:t>
            </a:r>
          </a:p>
        </p:txBody>
      </p:sp>
      <p:sp>
        <p:nvSpPr>
          <p:cNvPr id="15" name="Oval 14"/>
          <p:cNvSpPr/>
          <p:nvPr/>
        </p:nvSpPr>
        <p:spPr>
          <a:xfrm>
            <a:off x="7662672" y="3758183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3712463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Expose the prediction with a simple FastAPI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AI &amp; Machine Learning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</a:rPr>
              <a:t>Bile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TABLE OF 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From model to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0591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Save and load the trained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63824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5526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Predict on a new student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77056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86784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684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Reusable prediction 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90288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00016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817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FastAPI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03520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94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Example request and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From notebook to usable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6629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4767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A trained model becomes useful when other systems can call it reliably.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39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7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We save the pipeline so that preprocessing and prediction stay together.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7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5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We then wrap the prediction logic in a simple API.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5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3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This creates a clean bridge between machine learning and applications.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3749039" cy="438912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73568" y="205740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Understand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44144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73568" y="288036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0779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326440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73568" y="370332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Prepare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08736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73568" y="452628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SAVE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Save the trained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import joblib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MODEL_PATH = "/content/student_risk_model.joblib"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joblib.dump(model, MODEL_PATH)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joblib stores the full trained pipeline in one file.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saved file includes preprocessing and the classifier.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lets us reuse the exact same model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LOAD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Load the model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loaded_model = joblib.load(MODEL_PATH)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Loading the file restores the trained pipeline.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We do not retrain the model every time we want a prediction.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is the version used in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Create a new student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new_student = pd.DataFrame([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"studytime": 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"failures":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"schoolsup": "yes",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"famsup": "yes",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"activities": "no",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"higher": "yes",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"internet": "yes",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"famrel": 4,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"health": 3,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"absences": 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input must use the same 10 features used during training.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column names must match the training data.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makes the model-ready input easy to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Run the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prediction = loaded_model.predict(new_student)[0]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risk_probability = loaded_model.predict_proba(new_student)[0][1]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00">
              <a:solidFill>
                <a:srgbClr val="232F3E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result = "At Risk" if prediction == 1 else "Not At Risk"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predict() gives the class label.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predict_proba() gives the confidence for the At Risk class.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lets us show both the decision and the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Reusable prediction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def predict_student_risk(student_data):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student_df = pd.DataFrame([student_data])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prediction = loaded_model.predict(student_df)[0]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probability = loaded_model.predict_proba(student_df)[0][1]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return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"prediction": "At Risk" if prediction == 1 else "Not At Risk",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    "risk_probability": round(float(probability), 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A function keeps the prediction logic in one place.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It can be reused by the notebook, the API or another app.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is the cleanest step before FastAPI.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80" y="937363"/>
            <a:ext cx="8221980" cy="5095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9726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1265A8"/>
                </a:solidFill>
              </a:rPr>
              <a:t>Deployment</a:t>
            </a:r>
            <a:endParaRPr sz="1200" b="1" dirty="0">
              <a:solidFill>
                <a:srgbClr val="1265A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261263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rgbClr val="232F3E"/>
                </a:solidFill>
              </a:rPr>
              <a:t>Deployment Options</a:t>
            </a:r>
            <a:endParaRPr sz="2200" b="1" dirty="0">
              <a:solidFill>
                <a:srgbClr val="232F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51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API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API prediction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Student Input</a:t>
            </a:r>
          </a:p>
        </p:txBody>
      </p:sp>
      <p:sp>
        <p:nvSpPr>
          <p:cNvPr id="11" name="Chevron 10"/>
          <p:cNvSpPr/>
          <p:nvPr/>
        </p:nvSpPr>
        <p:spPr>
          <a:xfrm>
            <a:off x="295351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22860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FastAPI</a:t>
            </a:r>
          </a:p>
        </p:txBody>
      </p:sp>
      <p:sp>
        <p:nvSpPr>
          <p:cNvPr id="13" name="Chevron 12"/>
          <p:cNvSpPr/>
          <p:nvPr/>
        </p:nvSpPr>
        <p:spPr>
          <a:xfrm>
            <a:off x="555955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8076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Saved Model</a:t>
            </a:r>
          </a:p>
        </p:txBody>
      </p:sp>
      <p:sp>
        <p:nvSpPr>
          <p:cNvPr id="15" name="Chevron 14"/>
          <p:cNvSpPr/>
          <p:nvPr/>
        </p:nvSpPr>
        <p:spPr>
          <a:xfrm>
            <a:off x="816559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22860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32F3E"/>
                </a:solidFill>
              </a:rPr>
              <a:t>JSON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F6C7A"/>
                </a:solidFill>
              </a:rPr>
              <a:t>The API receives student data, runs the saved pipeline and returns a clear prediction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660" y="960120"/>
            <a:ext cx="7927340" cy="52848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0053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1265A8"/>
                </a:solidFill>
              </a:rPr>
              <a:t>Model usage</a:t>
            </a:r>
            <a:endParaRPr sz="1200" b="1" dirty="0">
              <a:solidFill>
                <a:srgbClr val="1265A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328833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rgbClr val="232F3E"/>
                </a:solidFill>
              </a:rPr>
              <a:t>Model inference workflow</a:t>
            </a:r>
            <a:endParaRPr sz="2200" b="1" dirty="0">
              <a:solidFill>
                <a:srgbClr val="232F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499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Example API input and output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Fields / values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Request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10 student features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Send data to the API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Must match training features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At Risk / Not At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Main classification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Easy for users to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Probability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0.0 to 1.0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Show model confidence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Useful for interpretation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Service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root and health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Operational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Helpful for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PRACTICAL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Practical outcome for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6629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4767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The baseline model is no longer just a notebook result.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39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7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We can save it, load it and use it for new student records.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7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5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A simple API makes the model accessible to later UI or application work.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5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3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This completes the core machine learning workflow from data to prediction.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3749039" cy="438912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73568" y="205740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Understand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44144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73568" y="288036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0779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326440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73568" y="370332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Prepare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08736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73568" y="452628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6492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F3E"/>
                </a:solidFill>
              </a:rPr>
              <a:t>Key Takeaways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5420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46888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turned the trained baseline model into a reusable prediction service.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200400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The saved pipeline keeps preprocessing and inference together.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858768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785615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A FastAPI endpoint exposes the prediction cleanly for later integration.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517136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443983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The project now covers the full path: data, model, evaluation and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904</Words>
  <Application>Microsoft Office PowerPoint</Application>
  <PresentationFormat>Widescreen</PresentationFormat>
  <Paragraphs>187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Mohamett Farhan</cp:lastModifiedBy>
  <cp:revision>4</cp:revision>
  <dcterms:created xsi:type="dcterms:W3CDTF">2013-01-27T09:14:16Z</dcterms:created>
  <dcterms:modified xsi:type="dcterms:W3CDTF">2026-08-24T16:39:37Z</dcterms:modified>
  <cp:category/>
</cp:coreProperties>
</file>